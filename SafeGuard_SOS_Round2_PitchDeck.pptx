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1D2F"/>
          </a:solidFill>
          <a:ln w="254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00584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91440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4D4D"/>
                </a:solidFill>
              </a:defRPr>
            </a:pPr>
            <a:r>
              <a:t>🚨 HACKATHON ROUND 2 FINALIST PITCH  |  TRACK: SMART SAFETY &amp; IOT</a:t>
            </a:r>
          </a:p>
          <a:p>
            <a:pPr>
              <a:spcAft>
                <a:spcPts val="400"/>
              </a:spcAft>
              <a:defRPr sz="4200" b="1">
                <a:solidFill>
                  <a:srgbClr val="FFFFFF"/>
                </a:solidFill>
              </a:defRPr>
            </a:pPr>
            <a:r>
              <a:t>SafeGuard SOS</a:t>
            </a:r>
          </a:p>
          <a:p>
            <a:pPr>
              <a:spcAft>
                <a:spcPts val="1000"/>
              </a:spcAft>
              <a:defRPr sz="1800">
                <a:solidFill>
                  <a:srgbClr val="38BDF8"/>
                </a:solidFill>
              </a:defRPr>
            </a:pPr>
            <a:r>
              <a:t>Autonomous Emergency Dispatch &amp; Edge Telemetry Ecosystem</a:t>
            </a:r>
          </a:p>
          <a:p>
            <a:pPr>
              <a:spcAft>
                <a:spcPts val="1600"/>
              </a:spcAft>
              <a:defRPr sz="1300">
                <a:solidFill>
                  <a:srgbClr val="94A3B8"/>
                </a:solidFill>
              </a:defRPr>
            </a:pPr>
            <a:r>
              <a:t>Our Ideation: Traditional safety apps fail because they assume ideal conditions (5G data, unlocked screens, calm victims). We envisioned an autonomous, zero-friction safety pipeline that triggers without screen interaction, requires ZERO app install for responders, and delivers tamper-proof forensic evidence.</a:t>
            </a:r>
          </a:p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👥 TEAM: PIXEL PERFECT (TEAM ID: SM083)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HET PATEL (240410149035)   •   RUDRA PATEL (240410149043)   •   PRITAM PATEL (240410149047)   •   VEDANSHU PATEL (240410149044)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TEAM PIXEL PERFECT (SM083)  |  HACKATHON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02: The Critical Problem — Why Safety Apps Fail Under Duress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4D4D"/>
                </a:solidFill>
              </a:defRPr>
            </a:pPr>
            <a:r>
              <a:t>1. High Panic Latency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Cognitive overload during attacks/accidents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Victims cannot unlock screens or dial numbers under physical assault.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Over 70% of victims are physically unable to articulate GPS coordinates.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Single-button apps still require unlocking the OS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BF24"/>
                </a:solidFill>
              </a:defRPr>
            </a:pPr>
            <a:r>
              <a:t>2. The Connectivity Trap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Single-point-of-failure infrastructure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Most apps fail completely when 4G/5G data drops in basements or transit.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Cloud-only dispatch stalls when backend webhooks timeout.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WhatsApp/VoIP deep links fail without active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78BFA"/>
                </a:solidFill>
              </a:defRPr>
            </a:pPr>
            <a:r>
              <a:t>3. Tampered Evidence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Zero forensic custody during crimes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Perpetrators often smash or discard victim phones immediately.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Audio and photo evidence captured unencrypted is lost or inaccessible.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Families and guardians have no immediate access to locked incident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TEAM PIXEL PERFECT (SM083)  |  HACKATHON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03: The SafeGuard Solution — Multi-Vector Resilient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4D4D"/>
                </a:solidFill>
              </a:defRPr>
            </a:pPr>
            <a:r>
              <a:t>Multi-Modal Emergency Triggers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Trigger anywhere, anytime without friction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One-touch instant SOS button with 3-second abort timer.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Continuous accelerometer-based fall &amp; crash impact detection.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Hardware volume key sequences &amp; Smartwatch BLE wrist trigger.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Resilient Multi-Channel Dispatch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Zero Single Point of Failure (SPOF)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Direct background SIM SMS sent over cellular bands (No internet needed).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International E.164 WhatsApp auto deep-link bridge.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Automated siren activation + silent dispatch modes.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</a:defRPr>
            </a:pPr>
            <a:r>
              <a:t>Zero-Install Responder Web Portal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Instant situational awareness for contacts &amp; police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Responders open an ephemeral live map on any mobile browser.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No app installation required for parents or emergency responders.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1-Click routing directly into Google Maps / Apple Maps.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78BFA"/>
                </a:solidFill>
              </a:defRPr>
            </a:pPr>
            <a:r>
              <a:t>AES-256 Encrypted Evidence Vault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Tamper-proof black-box incident recording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Automatic ambient microphone audio recording on trigger.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Encrypted local storage with PIN / Biometric security lock.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Emergency Medical ID broadcast (Blood group, allergies, conditions).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TEAM PIXEL PERFECT (SM083)  |  HACKATHON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04: What MVP We Achieved — Operational Round 2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84048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Active SOS &amp; Telephony Engine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Verified on Android hardware &amp; Web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3s countdown with abort modal &amp; haptics.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Audible pulse siren with instant silent toggle.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Native Android SEND_SMS direct SIM dispatch.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WhatsApp wa.me link with E.164 normalization.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Medical ID transmission (Blood, allergies).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384048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</a:defRPr>
            </a:pPr>
            <a:r>
              <a:t>Evidence Vault &amp; Wearables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Secure evidence &amp; peripheral layer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AES-256 encrypted vault for audio &amp; media.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Ambient audio recording during active SOS.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Smartwatch BLE scanning &amp; discovery.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Family Circle real-time status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681935" cy="4572000"/>
          </a:xfrm>
          <a:prstGeom prst="roundRect">
            <a:avLst/>
          </a:prstGeom>
          <a:solidFill>
            <a:srgbClr val="161D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828800"/>
            <a:ext cx="240761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TEAM PIXEL PERFECT (SM083)  |  HACKATHON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05: Transparent Engineering Analysis — Intentional Fallback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281C0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BF24"/>
                </a:solidFill>
              </a:defRPr>
            </a:pPr>
            <a:r>
              <a:t>1. Geolocation: Last-Known Location Fallback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Prevents satellite GPS stall delays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Current Behavior: Transmits immediate verified Last Known Coordinates.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Why it's a Fallback: Prevents 15-second satellite acquisition stalls in basements/elevators so the SOS fires without delay.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0A23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2. Connectivity: Native SIM SMS Fallback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Graceful degradation when data is down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Current Behavior: WhatsApp deep-links require internet.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Why it's a Fallback: If offline, SafeGuard automatically falls back to direct native cellular SIM SMS.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</a:defRPr>
            </a:pPr>
            <a:r>
              <a:t>3. Evidence Vault: Master Passkey Access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Cryptographic local protection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Current Behavior: Audio files are strongly encrypted in the vault.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Why it's a Fallback: Requires family/guardian to enter passkey to prevent attacker tampering at the scene.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94A3B8"/>
                </a:solidFill>
              </a:defRPr>
            </a:pPr>
            <a:r>
              <a:t>4. Sensor &amp; Hardware Baseline Thresholds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Conservative calibration to avoid false alarms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Current Behavior: High G-force impact threshold &amp; in-app volume 3-tap.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Why it's a Fallback: Eliminates accidental false dispatches during normal running or minor phone handling.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TEAM PIXEL PERFECT (SM083)  |  HACKATHON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06: System Architecture — Modular, Reactive &amp; Edge-Optimized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</a:defRPr>
            </a:pPr>
            <a:r>
              <a:t>Mobile &amp; Web Client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Cross-Platform Frontend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React Native 0.79 &amp; Expo SDK 53.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TypeScript for strict type safety.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Expo Router 5 dynamic routing.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Expo Sensors (Accelerometer @ 100ms polling interval).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Backend &amp; Realtime Edge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Supabase Cloud Infrastructure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PostgreSQL database with Row-Level Security (RLS).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Realtime WebSocket channels for live geolocation broadcasting.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Encrypted buckets for evidence backup.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Serverless Edge Functions for multi-channel SMS webhooks.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78BFA"/>
                </a:solidFill>
              </a:defRPr>
            </a:pPr>
            <a:r>
              <a:t>Native Hardware Bridges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Android OS &amp; Sensor Hooks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Android Telephony SMSManager for direct SIM SMS.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Web Audio API &amp; Native Audio Recorder for ambient mic capture.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BLE Watch Connectivity layer for smartwatch sync.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Local SQLite / AsyncStorage for offline incident caching.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ENGINEERING CHOKE-POINTS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07: Where It Chokes — Honest Stress-Test Bottlenecks &amp;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2D0F0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4D4D"/>
                </a:solidFill>
              </a:defRPr>
            </a:pPr>
            <a:r>
              <a:t>1. Cold-Start Latency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Bundle initialization delay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Takes too much time to initialize JS bundle on sudden launch under duress.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2194560"/>
          </a:xfrm>
          <a:prstGeom prst="roundRect">
            <a:avLst/>
          </a:prstGeom>
          <a:solidFill>
            <a:srgbClr val="281C0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BF24"/>
                </a:solidFill>
              </a:defRPr>
            </a:pPr>
            <a:r>
              <a:t>2. Static Geolocation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Telemetry continuity gap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Transmits static Last Known Location rather than continuous live dynamic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219456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78BFA"/>
                </a:solidFill>
              </a:defRPr>
            </a:pPr>
            <a:r>
              <a:t>3. Offline WhatsApp Limit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Internet dependency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WhatsApp deep-links fail without data; relies solely on single-channel SIM 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</a:defRPr>
            </a:pPr>
            <a:r>
              <a:t>4. Evidence Vault Decryption Barrier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Local key access constraint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Audio files are heavily encrypted locally; guardians cannot access recordings remotely without physical access and knowing the victim's device passkey.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2D0F0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4D4D"/>
                </a:solidFill>
              </a:defRPr>
            </a:pPr>
            <a:r>
              <a:t>5. OS Lock-Screen Hook &amp; High Fall Force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OS background event &amp; sensor calibration limits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Android OS blocks 3-tap volume key events when phone screen is locked; fall detection sensitivity threshold is too high (requires intense collision spike).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FINAL ROUND COMMITMENT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08: 24-Hour Final Sprint Roadmap — Solving Choking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</a:defRPr>
            </a:pPr>
            <a:r>
              <a:t>1. &lt; 800ms Startup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Cold Boot Fix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Headless asset pre-warming.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Lazy bundle imports.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Eliminates render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645920"/>
            <a:ext cx="201168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2. Live GPS Stream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Continuous Stream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WebSocket 5s updates.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Live speed &amp; heading.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Polyline breadcrumbs.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45920"/>
            <a:ext cx="201168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6944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4D4D"/>
                </a:solidFill>
              </a:defRPr>
            </a:pPr>
            <a:r>
              <a:t>3. Lock-Screen Hook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Background Service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Android Accessibility Background Service.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3-tap volume on locked OS screen.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645920"/>
            <a:ext cx="201168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6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BF24"/>
                </a:solidFill>
              </a:defRPr>
            </a:pPr>
            <a:r>
              <a:t>4. Adaptive Fall Curve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Kinematic Dual-Stage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Free-fall weightlessness detection.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Secondary impact vector curve for slips.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645920"/>
            <a:ext cx="201168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9488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A78BFA"/>
                </a:solidFill>
              </a:defRPr>
            </a:pPr>
            <a:r>
              <a:t>5. Key Escrow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Guardian Remote Access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Asymmetric public/private key escrow.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Parents decrypt audio remotely.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TEAM PIXEL PERFECT (SM083)  |  HACKATHON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09: Competitive Advantage — Why SafeGuard SOS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Stock OS SOS (Apple/Google)</a:t>
                      </a:r>
                    </a:p>
                  </a:txBody>
                  <a:tcPr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Commercial Safety Apps</a:t>
                      </a:r>
                    </a:p>
                  </a:txBody>
                  <a:tcPr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SafeGuard SOS</a:t>
                      </a:r>
                    </a:p>
                  </a:txBody>
                  <a:tcPr>
                    <a:solidFill>
                      <a:srgbClr val="30363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Zero-Install Web Tracking</a:t>
                      </a:r>
                    </a:p>
                  </a:txBody>
                  <a:tcPr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 Static SMS link only</a:t>
                      </a:r>
                    </a:p>
                  </a:txBody>
                  <a:tcPr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 Requires app install</a:t>
                      </a:r>
                    </a:p>
                  </a:txBody>
                  <a:tcPr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0B981"/>
                          </a:solidFill>
                        </a:defRPr>
                      </a:pPr>
                      <a:r>
                        <a:t>✅ Live Web Portal (Google Maps)</a:t>
                      </a:r>
                    </a:p>
                  </a:txBody>
                  <a:tcPr>
                    <a:solidFill>
                      <a:srgbClr val="0A231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Offline SMS Dispatch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✅ Native SMS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❌ Fails without 4G/5G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0B981"/>
                          </a:solidFill>
                        </a:defRPr>
                      </a:pPr>
                      <a:r>
                        <a:t>✅ Direct SIM SMS + Cloud Sync</a:t>
                      </a:r>
                    </a:p>
                  </a:txBody>
                  <a:tcPr>
                    <a:solidFill>
                      <a:srgbClr val="0A231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Incident Evidence Capture</a:t>
                      </a:r>
                    </a:p>
                  </a:txBody>
                  <a:tcPr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 Manual photo only</a:t>
                      </a:r>
                    </a:p>
                  </a:txBody>
                  <a:tcPr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0B981"/>
                          </a:solidFill>
                        </a:defRPr>
                      </a:pPr>
                      <a:r>
                        <a:t>✅ Auto Ambient Audio + AES Vault</a:t>
                      </a:r>
                    </a:p>
                  </a:txBody>
                  <a:tcPr>
                    <a:solidFill>
                      <a:srgbClr val="0A231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Fall / Motion Detection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⚠️ Watch / High-end only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0B981"/>
                          </a:solidFill>
                        </a:defRPr>
                      </a:pPr>
                      <a:r>
                        <a:t>✅ Cross-Platform Sensor Engine</a:t>
                      </a:r>
                    </a:p>
                  </a:txBody>
                  <a:tcPr>
                    <a:solidFill>
                      <a:srgbClr val="0A231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Emergency Medical ID</a:t>
                      </a:r>
                    </a:p>
                  </a:txBody>
                  <a:tcPr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⚠️ Lock screen card</a:t>
                      </a:r>
                    </a:p>
                  </a:txBody>
                  <a:tcPr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 Paid subscription</a:t>
                      </a:r>
                    </a:p>
                  </a:txBody>
                  <a:tcPr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0B981"/>
                          </a:solidFill>
                        </a:defRPr>
                      </a:pPr>
                      <a:r>
                        <a:t>✅ Integrated Direct Broadcast</a:t>
                      </a:r>
                    </a:p>
                  </a:txBody>
                  <a:tcPr>
                    <a:solidFill>
                      <a:srgbClr val="0A23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TEAM PIXEL PERFECT (SM083)  |  HACKATHON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Slide 10: Market Opportunity &amp; Scale — B2B and B2C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0363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</a:defRPr>
            </a:pPr>
            <a:r>
              <a:t>1. Campus &amp; Women Safety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Direct B2C &amp; B2B Institutional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University campus security integration.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Rapid peer-to-peer buddy dispatch.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High demand for discreet, zero-panic trigger tools.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Freemium consumer tier for basic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2. Lone Workers &amp; Fleets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Enterprise Workplace Compliance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Delivery riders, night-shift personnel, and field technicians.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Automated crash &amp; fall incident telemetry.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Centralized dispatcher web dashboard.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B2B SaaS subscription per seat.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61D2F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BF24"/>
                </a:solidFill>
              </a:defRPr>
            </a:pPr>
            <a:r>
              <a:t>3. Eldercare &amp; Assisted Living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</a:defRPr>
            </a:pPr>
            <a:r>
              <a:t>Passive Health &amp; Fall Monitoring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Wearable BLE and phone accelerometer fall monitoring for elderly seniors.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Immediate family circle notifications with medical history payloads.</a:t>
            </a:r>
          </a:p>
          <a:p>
            <a:pPr>
              <a:spcAft>
                <a:spcPts val="300"/>
              </a:spcAft>
              <a:defRPr sz="1150">
                <a:solidFill>
                  <a:srgbClr val="FFFFFF"/>
                </a:solidFill>
              </a:defRPr>
            </a:pPr>
            <a:r>
              <a:t>•  Peace of mind for caregivers.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1D2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🎯 HACKATHON ROUND 2 CONCLUSION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Engineered for Reality. Ready for the 24-Hour Final.</a:t>
            </a:r>
          </a:p>
          <a:p>
            <a:pPr>
              <a:spcAft>
                <a:spcPts val="1800"/>
              </a:spcAft>
              <a:defRPr sz="1400">
                <a:solidFill>
                  <a:srgbClr val="94A3B8"/>
                </a:solidFill>
              </a:defRPr>
            </a:pPr>
            <a:r>
              <a:t>We stress-tested the boundaries, identified our exact choke points, and established a concrete engineering plan to deliver an impenetrable production safety network.</a:t>
            </a:r>
          </a:p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👥 TEAM: PIXEL PERFECT  |  TEAM ID: SM083</a:t>
            </a:r>
          </a:p>
          <a:p>
            <a:pPr>
              <a:spcAft>
                <a:spcPts val="1800"/>
              </a:spcAft>
              <a:defRPr sz="1200">
                <a:solidFill>
                  <a:srgbClr val="FFFFFF"/>
                </a:solidFill>
              </a:defRPr>
            </a:pPr>
            <a:r>
              <a:t>Het Patel (240410149035)   •   Rudra Patel (240410149043)   •   Pritam Patel (240410149047)   •   Vedanshu Patel (240410149044)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🚀 Open for Questions &amp; Live Sensor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